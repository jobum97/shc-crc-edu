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금액과 고객은 교육용 합성 데이터임. M-6074 상담 질문은 가상 시나리오임.
근거: `rdb/README.md`, `assignment/scenario_review.md`.
왼쪽에 고객 질문, 오른쪽에 결과 카드와 해석 경계 카드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월별 집계만 합치면 월중 시작일 앞 거래가 섞일 수 있음.
근거: `rdb/init/07_card_fee_usage.sql`, `assignment/scenario_review.md`.
4행 표와 오른쪽에 기준일 및 시행일의 시간축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사람 팀원 회의가 아닌 AI 팀원 역할의 독립 검토와 통합 기록임.
근거: `assignment/source_review.md`, `assignment/scenario_review.md`, `assignment/workflow_review.md`.
네 역할의 검토 내용을 표로 정리하고 아래에 통합 결정 한 줄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정형 경로는 LLM 0회, 생성 경로는 최대 1회임. 되돌림이 없어 반복 0회임.
근거: 기존 설계 04장 및 부록 A, `assignment/workflow_review.md`.
Mermaid를 편집 가능한 상자, 결정 마름모, DB 원통, 오류 점선으로 재구성.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질문과 회원ID는 Groq 입력이나 일반 로그로 보내지 않음.
근거: 기존 설계 05장, `assignment/workflow_review.md`.
입력, 규칙 검사, 출력의 3열 표와 오류 착지 배지.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혜택, 청구액, 해지 권고 요청은 Q-08 조건과 다름.
근거: 기존 설계 06장, `assignment/Q-08.sql`, `assignment/workflow_review.md`.
정형 조건 마름모, 왼쪽 Q-08, 오른쪽 C-01 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임의 기간 축소와 혜택 계산을 모델 계획에서 허용하지 않음.
근거: 기존 설계 07장, `rdb/init/07_card_fee_usage.sql`.
질문 조건과 계획을 두 열로 비교하는 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`app.card_fee_usage_6m`와 컬럼을 허용 목록에 등록해야 Q-08도 실행 가능함.
근거: 기존 설계 08장과 43 ~ 44장, `assignment/Q-08.sql`.
허용 조건 5개를 점검표로 표시하고 통과 후 자물쇠 아이콘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`cardlab`은 관리 계정이므로 계정 수준 최소 권한 보장은 불가함.
`sql_retriever_user`는 뷰만 조회 가능함. 두 계정의 권한을 구분함.
근거: 기존 설계 09장, `rdb/README.md`, `assignment/db_validation.json`.
애플리케이션에서 DB로 가는 한 방향 연결, 아래에 3개 세션 변수 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“미래 시행 예정 상품의 안내값이며 실제 청구액이 아님.” 문구 포함.
승인 거래 0원과 관측 불가 `NULL`은 다른 상태로 안내함.
근거: 기존 설계 10장, `assignment/scenario_review.md`.
결과 카드와 안내 문구 카드를 좌우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S-R2의 두 경로는 분기임. 일부 JSON이나 일부 행은 반환하지 않음.
근거: 기존 설계 12장, `assignment/workflow_review.md`.
0회 배지를 중심에 놓고 모든 실패 화살표를 S-R6으로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Q-08은 고정 경로에 추가됨. 별도 반복이나 외부 커넥터는 늘지 않음.
근거: 기존 설계 13장, `assignment/workflow_review.md`.
위에는 한 줄 흐름, 아래에는 예산 30초 막대의 15초, 14초, 1초 구획.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URL과 모델은 기존 설계값임. API 실호출 성공 여부는 확인하지 않음.
근거: 기존 설계 14 ~ 16장, Groq 공식 문서 링크는 기존 설계 참고.
서비스와 Groq 두 상자 사이에 요청과 구조화 응답 화살표.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뷰로 공개 목록은 8개임. XML 안의 JSON은 이스케이프함.
근거: 기존 설계 17 ~ 18장, `rdb/init/07_card_fee_usage.sql`.
허용 정보는 파란 카드, 차단 정보는 진한 회색 카드로 2열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`view`와 컬럼 허용 목록에 새 뷰를 넣음. 실호출은 미검증임.
근거: 기존 설계 15 ~ 19장, `assignment/workflow_review.md`.
JSON 카드에서 S-R3와 S-R4 검사 관문을 지나 DB로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1.5초는 시작 문턱이며 해당 단계의 완료를 보장하는 값이 아님.
근거: 기존 설계 20 ~ 22장, `assignment/workflow_review.md`.
30초 타임라인에 29초 내부 중단선과 마지막 1초 종료 영역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S-R6은 1.5초 검사를 생략하고 예약한 1초로 응답함.
`30 - 경과초 - 종료 1초 - 미실행 외부 최악초 &gt;= 시작 기준 1.5초`
근거: 기존 설계 20 ~ 22장, `assignment/workflow_review.md`.
계산식을 위, 세 사례를 아래 표에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거래를 직접 집계하여 월중 제공 시작일을 보존함.
근거: `rdb/init/07_card_fee_usage.sql`, `assignment/scenario_review.md`.
카드별 결과 카드 위에 기간을 결정하는 세 시작 날짜를 묶어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`covered_month_count`는 관측 달 수임.
정렬은 안내 순서일 뿐 해지 추천 순위나 연회비 손익 순위가 아님.
근거: `assignment/Q-08.sql`, `rdb/init/07_card_fee_usage.sql`.
SQL 상자를 전폭으로 배치하고 아래에 카드 단위, 승인 거래, 활성 상태 배지.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카드 모두 6개 관측 월에 승인 거래가 있음. 현재 청구액은 아님.
기준일 `2026-08-31`, 관측 기간 `2026-03-01` ~ `2026-08-31`.
근거: `assignment/db_validation.json`, 두 계정의 Q-08 실행 기록.
두 카드 비교 표 아래에 시행일이 기준일 뒤라는 파란 강조 문구.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재시작 명령 결과와 초기화 로그는 별도 영수증 파일에 보관함.
`cardlab`은 관리 계정임. 단일 뷰 검증으로 최소 권한 계정이 되지 않음.
상품 원천 D2 PDF는 현재 저장소에 없어 원문 대조는 미수행.
근거: `assignment/db_validation.json`, `assignment/db_reset_receipt.json`, `rdb/README.md`.
확인과 후속 검증 두 열. 확인된 것만 체크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묻는 질문과 설계 목표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카드별 자료상 연회비와 최근 승인 사용액을 같은 범위에서 확인함.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1362456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1362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질문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509321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9401" y="2423160"/>
            <a:ext cx="12893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“보유 카드별 연회비와 최근 6개월 승인 사용액을 알려줘.”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9401" y="3355848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1" y="34381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1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9401" y="3383280"/>
            <a:ext cx="12893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교육용 DB의 `연회비 부담` 고객군을 상담하는 상담사.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9401" y="4315968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1" y="43982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509321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9401" y="4343400"/>
            <a:ext cx="12893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요청 회원의 활성 카드 한 장당 한 행으로 안내값과 관측 사용액 반환.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401" y="5276088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1" y="535838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9321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9401" y="5303520"/>
            <a:ext cx="128930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경계: 실제 청구액, 혜택 손익, 해지 적합성은 이 조회만으로 판단 불가.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허용하는 답변 범위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기준일은 2026-08-31이며 상품 자료 시행일은 그 뒤인 2027-01-15임.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00400"/>
                <a:gridCol w="6949440"/>
              </a:tblGrid>
              <a:tr h="9486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확인된 의미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안내 규칙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9486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`listed_annual_fee`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자료의 총연회비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기준일의 실제 청구액으로 말하지 않음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86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`approved_amount_6m`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승인 거래 합계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취소 거래와 혜택 실적을 섞지 않음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5547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 기간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 시작일과 카드 발급일 반영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미관측 `NULL`과 관측 0원을 구별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86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`card_ref`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범위 안의 표시값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카드ID나 영구 식별자로 사용하지 않음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팀원 역할과 상호 검토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역할별 독립 검토에서 데이터 해석과 흐름 설명의 수정점을 수집함.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1362456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1362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기준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509321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9401" y="2423160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오케스트레이터 클로니: DB와 기존 설계 대조, SQL 통합, 실행 검증 담당.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9401" y="3328416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1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1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9401" y="3355848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조사관 법원이: 세그먼트와 상품 시행일의 시드 출처 및 증거 한계 점검.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9401" y="4261104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1" y="4343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509321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9401" y="4288536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분석가 리야: 미래 시행일, 월중 범위, 0원과 미관측 구분에 대한 피드백.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401" y="5193792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1" y="5276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9321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9401" y="5221224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 쉽게: Q-08 선택 조건, 새 뷰 허용 목록, 시간 예산 설명에 대한 피드백.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49401" y="6126480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1" y="62087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1" y="6208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401" y="6153912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결정: 활성 카드만 Q-08로 조회하고 시행일과 관측 범위를 함께 반환.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대상 워크플로우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단계를 순서대로 실행하고 S-R2에서만 정형 조회와 Groq 경로를 선택함.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3337560"/>
            <a:ext cx="1554480" cy="1024128"/>
          </a:xfrm>
          <a:prstGeom prst="roundRect">
            <a:avLst>
              <a:gd name="adj" fmla="val 5357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3329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접수와 검증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32304" y="3337560"/>
            <a:ext cx="1554480" cy="1024128"/>
          </a:xfrm>
          <a:prstGeom prst="diamond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경로 선택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52544" y="23774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4688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Q-ID와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선택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2544" y="440740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4498848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 SQL 생성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1회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28232" y="3337560"/>
            <a:ext cx="1554480" cy="1024128"/>
          </a:xfrm>
          <a:prstGeom prst="roundRect">
            <a:avLst>
              <a:gd name="adj" fmla="val 5357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적합성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48472" y="3337560"/>
            <a:ext cx="1554480" cy="1024128"/>
          </a:xfrm>
          <a:prstGeom prst="roundRect">
            <a:avLst>
              <a:gd name="adj" fmla="val 5357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68712" y="3337560"/>
            <a:ext cx="1554480" cy="1024128"/>
          </a:xfrm>
          <a:prstGeom prst="can">
            <a:avLst/>
          </a:prstGeom>
          <a:solidFill>
            <a:srgbClr val="4A5364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0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DB 조회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88952" y="3337560"/>
            <a:ext cx="1554480" cy="1024128"/>
          </a:xfrm>
          <a:prstGeom prst="roundRect">
            <a:avLst>
              <a:gd name="adj" fmla="val 5357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0" y="342900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구성과 반환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63801" y="3849624"/>
            <a:ext cx="368503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209544" y="2834640"/>
            <a:ext cx="0" cy="50292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9544" y="2834640"/>
            <a:ext cx="114300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09544" y="4361688"/>
            <a:ext cx="0" cy="50292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9544" y="4864608"/>
            <a:ext cx="114300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374136" y="24140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74136" y="495604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미일치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9904" y="2834640"/>
            <a:ext cx="18288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2834640"/>
            <a:ext cx="0" cy="1014984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9904" y="4864608"/>
            <a:ext cx="18288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272784" y="3849624"/>
            <a:ext cx="0" cy="1014984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3849624"/>
            <a:ext cx="155448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82712" y="3849624"/>
            <a:ext cx="36576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02952" y="3849624"/>
            <a:ext cx="36576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823192" y="3849624"/>
            <a:ext cx="365760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09321" y="2267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요청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86561" y="2706624"/>
            <a:ext cx="0" cy="630936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2188952" y="2267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 flipV="1">
            <a:off x="12966192" y="2706624"/>
            <a:ext cx="0" cy="630936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286561" y="4361688"/>
            <a:ext cx="0" cy="156362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820924" y="4105656"/>
            <a:ext cx="0" cy="1819656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205472" y="4361688"/>
            <a:ext cx="0" cy="156362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125712" y="4361688"/>
            <a:ext cx="0" cy="156362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1045952" y="4361688"/>
            <a:ext cx="0" cy="156362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221224" y="5321808"/>
            <a:ext cx="0" cy="60350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286561" y="5925312"/>
            <a:ext cx="11679631" cy="0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12966192" y="4361688"/>
            <a:ext cx="0" cy="1563624"/>
          </a:xfrm>
          <a:prstGeom prst="line">
            <a:avLst/>
          </a:prstGeom>
          <a:noFill/>
          <a:ln w="22860">
            <a:solidFill>
              <a:srgbClr val="404155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09321" y="6281928"/>
            <a:ext cx="1362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또는 시간 부족 → S-R6에서 오류 반환. SQL 재생성 없음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09321" y="6903720"/>
            <a:ext cx="228600" cy="228600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6793" y="6839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코드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01161" y="6903720"/>
            <a:ext cx="228600" cy="22860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48633" y="6839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호출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93001" y="6903720"/>
            <a:ext cx="228600" cy="228600"/>
          </a:xfrm>
          <a:prstGeom prst="rect">
            <a:avLst/>
          </a:prstGeom>
          <a:solidFill>
            <a:srgbClr val="4A5364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0473" y="6839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DB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384841" y="6903720"/>
            <a:ext cx="228600" cy="228600"/>
          </a:xfrm>
          <a:prstGeom prst="rect">
            <a:avLst/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32313" y="6839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경로: 점선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 요청 접수와 검증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허용된 회원 범위와 식별자를 제거한 질문만 다음 단계로 보냄.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질문, 인증 범위, 기준일과 제공 시작일, 요청ID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측정 시작, 회원 권한 확인, 식별자 제거, 날짜 검증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 `Context`와 정제 질문. 성공 시 `error=null`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입력, 권한, 정제 실패 또는 시작 예산 부족 → S-R6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기반 서비스 코드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 정형쿼리 또는 NL2SQL 선택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조건이 모두 맞으면 Q-08을 사용하고 그 외 지원 질문만 Groq으로 보냄.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정제 질문, 확인된 기간과 지표, 허용 뷰 목록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의도와 기간, 카드 단위, 지표 일치 검사 → 고정 SQL 또는 C-01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Q-08 조건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자료상 연회비와 최근 6개월 승인 사용액의 활성 카드별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경로, Q-ID 또는 모델 계획을 담은 `Context`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모호함, 모델 시간 초과, 잘못된 JSON 또는 예산 부족 → S-R6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기반 코드. 미일치 경로에 한해 Groq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 계획 적합성 판정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계획의 지표와 기간이 새 뷰가 실제 제공하는 범위인지 확인함.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S-R2의 계획, 기준일, 제공 시작일, 뷰 컬럼 정의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상태, 카드 단위, 기간, 선택 컬럼과 질문 조건 대조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`plan_check=true`인 `Context` 또는 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미지원 지표, 범위 밖 기간, 모호한 조건 → S-R6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기반 서비스 코드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S-R4 SQL 검증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SQL과 생성 SQL 모두 동일한 읽기 전용 검증을 통과해야 함.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 승인 계획과 SQL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SELECT, 허용 뷰와 컬럼, 함수, LIMIT, 계획과 SQL 일치 검사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`validated_sql`과 SQL 지문을 가진 `Context`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또는 허용 목록 위반 → `SQL_REJECTED`로 S-R6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구문 트리 검사 코드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S-R5 SQL 실행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회원과 날짜 범위를 설정한 읽기 전용 트랜잭션에서 검증 SQL을 조회함.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`validated_sql`, 회원 범위, 기준일, 제공 시작일, 남은 시간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연결, 읽기 전용 시작, 세션 변수 3개 설정, 제한 시간 내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200행의 조회 결과를 가진 `Context`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초과나 DB 오류 → 취소와 롤백, S-R6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실행 서비스 코드와 내부 PostgreSQL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S-R6 응답 구성과 반환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함께 적용 기간 및 금액의 해석 한계를 쉬운 말로 전달함.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결과 또는 오류가 담긴 `Context`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성공과 오류 선택, 단위와 기간 표시, 식별자 제거, 응답 직렬화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`Response`와 HTTP 상태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직렬화 실패 시 최소 오류 응답. 전송 불가 시 연결 종료 기록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 기반 서비스 코드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구간 명세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안에서는 이전 단계로 돌아가지 않아 반복 횟수는 0회임.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구간 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단계와 횟수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없음, 0회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 추가 시간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Groq, SQL, DB 재시도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각각 0회. SDK 자동 재시도도 0회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착지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S-R6에서 표준 오류 반환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호출자 재요청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요청의 반복이 아닌 새 요청으로 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 명세 W-1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요청 한 건을 30초 안에 검증된 결과 또는 표준 오류로 마침.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시작과 종료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동기 요청 → S-R1 ~ S-R6 → 응답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 경로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 Q-01 ~ Q-08 또는 Groq 계획 1회 → 검증 → 조회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경로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단계 오류를 S-R6에서 일관된 코드로 반환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연동 최악값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`max(정형 0초, 생성 15초) + 반복 0초 = 15초`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예산과 종료 몫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30초와 1초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처리 몫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 외부 호출 기준 최대 14초. 실측 보장 아님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 커넥터 C-01: 연결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조회에 맞지 않는 지원 질문만 Groq에 보내 조회 계획과 SQL을 받음.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제공자와 모델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Groq, `openai/gpt-oss-120b` 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`POST /openai/v1/chat/completions`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 환경변수 `GROQ_API_KEY`를 Bearer 키로 사용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상한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15초, 재시도 0회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공개 뷰의 계획과 SELECT 작성. DB 실행 권한 없음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 커넥터 C-01: 요청 경계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식별자를 지운 데이터로 보내고 허용된 뷰 스키마만 공유함.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85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전송 허용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전송 금지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396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정제 질문과 확인된 조건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원문과 회원ID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기준일과 제공 시작일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원본ID와 인증정보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5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공개 뷰 8개 스키마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뷰, 원본 거래 행, DB 조회 결과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6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SELECT와 LIMIT 정책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비밀키, 프롬프트 전문 로그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 커넥터 C-01: 응답과 실패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JSON은 실행 허가가 아니며 후속 단계에서 다시 검증함.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1362456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1362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기준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509321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9401" y="2423160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`ready`, `unsupported`, `ambiguous` 중 하나.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9401" y="3328416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1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1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9401" y="3355848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계획: 단일 뷰명, SQL, 카드 등 결과 단위, 기간, 결과 컬럼 배열.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9401" y="4261104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1" y="4343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509321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9401" y="4288536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설정: `temperature=0.1`, `max_completion_tokens=2048`, `stream=false`.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401" y="5193792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1" y="5276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9321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9401" y="5221224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오류: 15초 초과는 `UPSTREAM_TIMEOUT`, 429는 `UPSTREAM_UNAVAILABLE`.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49401" y="6126480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1" y="62087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1" y="6208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401" y="6153912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오류: 잘못된 JSON이나 잘린 응답은 `INVALID_MODEL_OUTPUT`, 재생성 없음.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정책: 기준값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몫과 남은 외부 호출의 최악값을 먼저 예약하고 단계 시작을 판단함.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설계값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시간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처리 예약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 시작 기준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1.5초. 전체의 5%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미실행 Groq 호출 예약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전 15초, 호출 뒤 0초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 경로 외부 예약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작업 중단시각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후 29초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정책: 계산과 착지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 직전에 남은 예산을 다시 계산하고 부족하면 S-R6으로 이동함.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00400"/>
                <a:gridCol w="6949440"/>
              </a:tblGrid>
              <a:tr h="1337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생성 경로, 2초 경과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`30 - 2 - 1 - 15 = 12초`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가능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S-R5, 27초 경과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`30 - 27 - 1 = 2초`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가능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337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S-R5, 28초 경과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`30 - 28 - 1 = 1초`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조회 중단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논리 뷰: app.card_fee_usage_6m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한 장당 한 행으로 자료상 연회비와 관측 가능한 승인 이용액을 제공함.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1362456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1362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기준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9321" y="24780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509321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9401" y="2423160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범위: 최근 6개 달의 첫날, 제공 시작일, 카드 발급일 중 가장 늦은 날부터 기준일까지.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9401" y="3328416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1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09321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9401" y="3355848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집계: `APPROVED` 거래만 합산. 승인 거래가 없는 관측 구간은 0원과 0건.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9401" y="4261104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1" y="4343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509321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9401" y="4288536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미관측: 유효 기간이 없으면 날짜, 금액, 건수, 월수를 `NULL`로 표시.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401" y="5193792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1" y="52760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9" name="Text 17"/>
          <p:cNvSpPr/>
          <p:nvPr/>
        </p:nvSpPr>
        <p:spPr>
          <a:xfrm>
            <a:off x="509321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9401" y="5221224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안전: 원본 회원ID와 카드ID 미노출, `security_barrier=true`, `app_reader` 소유.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49401" y="6126480"/>
            <a:ext cx="1289304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1" y="620877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1" y="6208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9401" y="6153912"/>
            <a:ext cx="1289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의미: `listed_annual_fee`는 상품 자료상 값이며 실제 청구액이 아님.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정형쿼리 Q-08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카드의 안내 연회비, 승인 사용액, 관측 월수를 함께 조회함.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13624560" cy="4160520"/>
          </a:xfrm>
          <a:prstGeom prst="roundRect">
            <a:avLst>
              <a:gd name="adj" fmla="val 175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7065" y="1938528"/>
            <a:ext cx="131490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 card_ref, product_name, brand,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product_effective_date,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is_product_effective_on_base_date,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listed_annual_fee,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usage_period_start, usage_period_end,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approved_amount_6m, transaction_count_6m,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covered_month_count, active_month_count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app.card_fee_usage_6m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current_status = 'ACTIVE'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 BY listed_annual_fee DESC,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approved_amount_6m ASC, card_ref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LIMIT 20;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9321" y="6172200"/>
            <a:ext cx="1362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카드만 조회. 정렬은 표시 순서이며 해지 권고가 아님.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검증: M-6074 사례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cardlab과 제한 계정의 Q-08 조회에서 활성 카드 두 행과 미래 시행일을 확인함.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1783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자료상 연회비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승인 사용액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승인 건수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 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시행일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783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CARD_002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52,000원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262,573원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2027-01-15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CARD_001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273,405원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2027-01-15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결과와 남은 확인 범위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뷰의 격리와 기간 계산은 확인했으며 서비스와 Groq 동작은 구현 뒤 검증 대상임.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064240"/>
              </a:tblGrid>
              <a:tr h="625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확인된 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아직 확인하지 않은 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1024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 소유자와 `security_barrier`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 계정의 모델 사용 가능 여부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세션 범위 없을 때 0행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응답 설정의 실호출 성공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024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 계정의 새 뷰 접근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서비스에서 Q-08 조건 선택 정확도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4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회원 전환 시 결과 변화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30초와 DB 취소 성능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1024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월중 시작일 및 미관측 `NULL`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`cardlab` 사용 시 계정 수준 권한 격리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과제 설계서, DB SQL과 검증 결과. 상세 출처는 발표자 노트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Pretendard"/>
        <a:font script="Hebr" typeface="Pretendard"/>
        <a:font script="Thai" typeface="Pretendard"/>
        <a:font script="Ethi" typeface="Pretendard"/>
        <a:font script="Beng" typeface="Pretendard"/>
        <a:font script="Gujr" typeface="Pretendard"/>
        <a:font script="Khmr" typeface="Pretendard"/>
        <a:font script="Knda" typeface="Pretendard"/>
        <a:font script="Guru" typeface="Pretendard"/>
        <a:font script="Cans" typeface="Pretendard"/>
        <a:font script="Cher" typeface="Pretendard"/>
        <a:font script="Yiii" typeface="Pretendard"/>
        <a:font script="Tibt" typeface="Pretendard"/>
        <a:font script="Thaa" typeface="Pretendard"/>
        <a:font script="Deva" typeface="Pretendard"/>
        <a:font script="Telu" typeface="Pretendard"/>
        <a:font script="Taml" typeface="Pretendard"/>
        <a:font script="Syrc" typeface="Pretendard"/>
        <a:font script="Orya" typeface="Pretendard"/>
        <a:font script="Mlym" typeface="Pretendard"/>
        <a:font script="Laoo" typeface="Pretendard"/>
        <a:font script="Sinh" typeface="Pretendard"/>
        <a:font script="Mong" typeface="Pretendard"/>
        <a:font script="Viet" typeface="Pretendard"/>
        <a:font script="Uigh" typeface="Pretendard"/>
        <a:font script="Geor" typeface="Pretendard"/>
        <a:font script="Armn" typeface="Pretendard"/>
        <a:font script="Bugi" typeface="Pretendard"/>
        <a:font script="Bopo" typeface="Pretendard"/>
        <a:font script="Java" typeface="Pretendard"/>
        <a:font script="Lisu" typeface="Pretendard"/>
        <a:font script="Mymr" typeface="Pretendard"/>
        <a:font script="Nkoo" typeface="Pretendard"/>
        <a:font script="Olck" typeface="Pretendard"/>
        <a:font script="Osma" typeface="Pretendard"/>
        <a:font script="Phag" typeface="Pretendard"/>
        <a:font script="Syrn" typeface="Pretendard"/>
        <a:font script="Syrj" typeface="Pretendard"/>
        <a:font script="Syre" typeface="Pretendard"/>
        <a:font script="Sora" typeface="Pretendard"/>
        <a:font script="Tale" typeface="Pretendard"/>
        <a:font script="Talu" typeface="Pretendard"/>
        <a:font script="Tfng" typeface="Pretendard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Pretendard"/>
        <a:font script="Hebr" typeface="Pretendard"/>
        <a:font script="Thai" typeface="Pretendard"/>
        <a:font script="Ethi" typeface="Pretendard"/>
        <a:font script="Beng" typeface="Pretendard"/>
        <a:font script="Gujr" typeface="Pretendard"/>
        <a:font script="Khmr" typeface="Pretendard"/>
        <a:font script="Knda" typeface="Pretendard"/>
        <a:font script="Guru" typeface="Pretendard"/>
        <a:font script="Cans" typeface="Pretendard"/>
        <a:font script="Cher" typeface="Pretendard"/>
        <a:font script="Yiii" typeface="Pretendard"/>
        <a:font script="Tibt" typeface="Pretendard"/>
        <a:font script="Thaa" typeface="Pretendard"/>
        <a:font script="Deva" typeface="Pretendard"/>
        <a:font script="Telu" typeface="Pretendard"/>
        <a:font script="Taml" typeface="Pretendard"/>
        <a:font script="Syrc" typeface="Pretendard"/>
        <a:font script="Orya" typeface="Pretendard"/>
        <a:font script="Mlym" typeface="Pretendard"/>
        <a:font script="Laoo" typeface="Pretendard"/>
        <a:font script="Sinh" typeface="Pretendard"/>
        <a:font script="Mong" typeface="Pretendard"/>
        <a:font script="Viet" typeface="Pretendard"/>
        <a:font script="Uigh" typeface="Pretendard"/>
        <a:font script="Geor" typeface="Pretendard"/>
        <a:font script="Armn" typeface="Pretendard"/>
        <a:font script="Bugi" typeface="Pretendard"/>
        <a:font script="Bopo" typeface="Pretendard"/>
        <a:font script="Java" typeface="Pretendard"/>
        <a:font script="Lisu" typeface="Pretendard"/>
        <a:font script="Mymr" typeface="Pretendard"/>
        <a:font script="Nkoo" typeface="Pretendard"/>
        <a:font script="Olck" typeface="Pretendard"/>
        <a:font script="Osma" typeface="Pretendard"/>
        <a:font script="Phag" typeface="Pretendard"/>
        <a:font script="Syrn" typeface="Pretendard"/>
        <a:font script="Syrj" typeface="Pretendard"/>
        <a:font script="Syre" typeface="Pretendard"/>
        <a:font script="Sora" typeface="Pretendard"/>
        <a:font script="Tale" typeface="Pretendard"/>
        <a:font script="Talu" typeface="Pretendard"/>
        <a:font script="Tfng"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law-consult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연회비 부담 고객 SQL 검색기 과제 설계서</dc:title>
  <dc:subject>SQL 검색기 워크플로우 설계</dc:subject>
  <dc:creator>law-consult</dc:creator>
  <cp:lastModifiedBy>law-consult</cp:lastModifiedBy>
  <cp:revision>1</cp:revision>
  <dcterms:created xsi:type="dcterms:W3CDTF">2026-10-21T05:05:04Z</dcterms:created>
  <dcterms:modified xsi:type="dcterms:W3CDTF">2026-10-21T05:05:04Z</dcterms:modified>
</cp:coreProperties>
</file>